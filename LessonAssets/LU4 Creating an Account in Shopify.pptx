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7017-E03A-F902-AF29-7F5A73CFC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1CD15-903B-2BB5-8BFF-7DE56766A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A6303-33FE-3543-1253-3950F849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6B43-B227-6F6D-E9FB-138A2FDA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936A4-00C3-8E8F-8A67-4EFDE19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141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9130-F142-0F65-3F06-6EE9AB81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1A26-3E32-0E87-8F3D-747F8296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73D9-4206-8A2A-B8F1-D178571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5F425-6A27-A162-C7CB-9838AC04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B614E-2F2C-6748-92E9-5BED156C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615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FBEE-A95D-07C2-C81C-90BE3B4B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55243-8F21-9B93-64FC-75D364E98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AC0FD-516D-3573-71BF-E36F62A7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4AC2-4B78-5957-31BE-9A342044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77211-1D46-122E-4C3E-97FD3493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766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C253-09DB-A039-21D0-4744DD58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133D3-01BB-BDAD-1EBA-CC792D527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2D727-2571-1348-8E1B-9E569A01B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1461D-29D8-F273-1C3B-CC8C53E9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12347-E785-8C7F-3DA3-85EE1053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719A3-A651-C407-0862-6519457A8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51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0322-AFC7-AD11-9AFB-63D40C31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A0C03-B166-07EC-886F-C84B5FFE8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7A1C4-100A-0D1C-F599-1542A52CD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99133-392D-AE8C-7480-433CC1D73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A559F-0FA9-6A9E-C9E1-C871F58E1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EE773-EB54-A926-3FFA-92436E1B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6CD6C-2652-C56A-1CB3-F6ACEC9F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6DF26-80B1-85FE-1971-5EF5588D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189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211C-EF2E-E1B5-D102-2056902F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276A1B-5BBE-C041-F973-9EEE1C4D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FF290-6516-5561-3E9F-69FF42A2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A7D03-6C76-5270-FA03-ACEF71CC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173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AF89E-9E6E-3E92-0DC5-C8C52662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5BD5F-6F05-2C06-54EC-36A9E2E6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5893B-646B-5FE4-1E0E-E74B68D3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454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4798-F9C8-A900-A05A-12A77B52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D581-2AAE-C45A-E0AD-D1409CB54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B8358-86BC-AFA0-3051-FEE904F0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5B53D-4B9B-D562-2072-477B4BF7B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539C6-7E4E-5E7D-4EFA-FCC25509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2E5D8-ECA9-AE7F-6E7E-4A005183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763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EFDA-2AFF-E707-33F9-A1942F62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82673-CD38-578C-04FB-4C6E43FD3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4CBF6-D9F5-964B-070A-88FC19238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F310-64F1-1081-DF45-9371F0880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BF8F9-087A-752E-48E3-A05B017B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0C7E3-C11D-DEB1-7D62-71037EAF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333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7140-76E8-4121-7AB6-D88E7475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78808-54B4-0DEC-F2F1-F0E8AF8C0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28778-34AB-5B3C-FCF3-4B5435556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BBE34-6AE9-2716-29B6-6BE3AC35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930E-F77D-91E1-7E88-4A7E3A2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6753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4C68F-9350-28B9-F858-868C504A02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08505-4209-E94C-0DA3-DB8B1569A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5A66-5A1C-F763-049F-83C75910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84D5A-DF64-90E0-A528-A9ADB312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B2C24-DB68-420B-953F-FC9FAB9B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62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9E86E-DDC4-F522-FC95-859E6497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388FB-D757-139F-2F98-3E546539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213B2-43F3-70FB-33FE-283FD12E2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884EE-89EB-4BB0-B677-1FF60B546227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E93A-F8C2-BC40-5B68-426BF9E28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9CFB-873B-0668-AD3E-8DFC5655D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93F62-9FE7-443D-BB2A-32DF782C9A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86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hopify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C8E3A2-B4C2-3530-EFB7-140C6BDCA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3781"/>
            <a:ext cx="12192000" cy="12258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CC6973-C9B6-BA40-B823-4D0746706D75}"/>
              </a:ext>
            </a:extLst>
          </p:cNvPr>
          <p:cNvSpPr txBox="1"/>
          <p:nvPr/>
        </p:nvSpPr>
        <p:spPr>
          <a:xfrm>
            <a:off x="300625" y="463463"/>
            <a:ext cx="621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1: Go to </a:t>
            </a:r>
            <a:r>
              <a:rPr lang="en-SG" sz="3600" dirty="0">
                <a:hlinkClick r:id="rId3"/>
              </a:rPr>
              <a:t>Shopify.com 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05280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507A6-D7AB-27A6-7B64-5EF1D0A74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taking a selfie&#10;&#10;AI-generated content may be incorrect.">
            <a:extLst>
              <a:ext uri="{FF2B5EF4-FFF2-40B4-BE49-F238E27FC236}">
                <a16:creationId xmlns:a16="http://schemas.microsoft.com/office/drawing/2014/main" id="{238F2F4F-665C-1EBA-A6FF-8E9BB7E2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5" y="1672940"/>
            <a:ext cx="11085536" cy="4847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B5787-2A52-86CC-886B-F381A23F45F5}"/>
              </a:ext>
            </a:extLst>
          </p:cNvPr>
          <p:cNvSpPr txBox="1"/>
          <p:nvPr/>
        </p:nvSpPr>
        <p:spPr>
          <a:xfrm>
            <a:off x="9407047" y="2066795"/>
            <a:ext cx="1665961" cy="90187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A104C80-0F34-5D57-63EC-621182C67E38}"/>
              </a:ext>
            </a:extLst>
          </p:cNvPr>
          <p:cNvSpPr/>
          <p:nvPr/>
        </p:nvSpPr>
        <p:spPr>
          <a:xfrm rot="20416552">
            <a:off x="8320205" y="2968668"/>
            <a:ext cx="1039661" cy="4603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D8A6F-6576-9095-8D41-54B070F212A9}"/>
              </a:ext>
            </a:extLst>
          </p:cNvPr>
          <p:cNvSpPr txBox="1"/>
          <p:nvPr/>
        </p:nvSpPr>
        <p:spPr>
          <a:xfrm>
            <a:off x="300625" y="463463"/>
            <a:ext cx="621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2: Click </a:t>
            </a:r>
            <a:r>
              <a:rPr lang="en-SG" sz="3600" b="1" dirty="0">
                <a:solidFill>
                  <a:srgbClr val="FF0000"/>
                </a:solidFill>
              </a:rPr>
              <a:t>“Start for Free”</a:t>
            </a:r>
          </a:p>
        </p:txBody>
      </p:sp>
    </p:spTree>
    <p:extLst>
      <p:ext uri="{BB962C8B-B14F-4D97-AF65-F5344CB8AC3E}">
        <p14:creationId xmlns:p14="http://schemas.microsoft.com/office/powerpoint/2010/main" val="191519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CA63-4BA7-606D-ADC9-4C212D22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4FC7873-0BB8-36D6-A863-9ACC06274716}"/>
              </a:ext>
            </a:extLst>
          </p:cNvPr>
          <p:cNvGrpSpPr/>
          <p:nvPr/>
        </p:nvGrpSpPr>
        <p:grpSpPr>
          <a:xfrm>
            <a:off x="0" y="1742420"/>
            <a:ext cx="9281786" cy="5021635"/>
            <a:chOff x="630477" y="1533842"/>
            <a:chExt cx="10104328" cy="5115580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20771121-AF0F-614C-0F41-460A9606D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477" y="1533842"/>
              <a:ext cx="10104328" cy="511558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3AC1A4-14F8-8B41-09D6-AB205184D631}"/>
                </a:ext>
              </a:extLst>
            </p:cNvPr>
            <p:cNvSpPr/>
            <p:nvPr/>
          </p:nvSpPr>
          <p:spPr>
            <a:xfrm>
              <a:off x="6116874" y="2215236"/>
              <a:ext cx="4617929" cy="13872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92DF0B-EC55-8805-577C-BD428C14B910}"/>
                </a:ext>
              </a:extLst>
            </p:cNvPr>
            <p:cNvSpPr/>
            <p:nvPr/>
          </p:nvSpPr>
          <p:spPr>
            <a:xfrm>
              <a:off x="6095999" y="4283887"/>
              <a:ext cx="4638805" cy="236553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BCA318-1E8E-37B7-0F81-84EF75E2D8A9}"/>
              </a:ext>
            </a:extLst>
          </p:cNvPr>
          <p:cNvGrpSpPr/>
          <p:nvPr/>
        </p:nvGrpSpPr>
        <p:grpSpPr>
          <a:xfrm>
            <a:off x="3872653" y="3689460"/>
            <a:ext cx="4367425" cy="978441"/>
            <a:chOff x="4846320" y="3517307"/>
            <a:chExt cx="4754462" cy="99674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B9DECC-945E-C2C4-22D1-991F8E462DE5}"/>
                </a:ext>
              </a:extLst>
            </p:cNvPr>
            <p:cNvSpPr txBox="1"/>
            <p:nvPr/>
          </p:nvSpPr>
          <p:spPr>
            <a:xfrm>
              <a:off x="6075127" y="3517307"/>
              <a:ext cx="3525655" cy="901873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SG" dirty="0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94F059D5-8413-DAC4-3407-662307A3C7D1}"/>
                </a:ext>
              </a:extLst>
            </p:cNvPr>
            <p:cNvSpPr/>
            <p:nvPr/>
          </p:nvSpPr>
          <p:spPr>
            <a:xfrm rot="20416552">
              <a:off x="4846320" y="4053721"/>
              <a:ext cx="1039661" cy="460332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00C76A7-42F8-E896-26B2-3EE71FABD967}"/>
              </a:ext>
            </a:extLst>
          </p:cNvPr>
          <p:cNvSpPr txBox="1"/>
          <p:nvPr/>
        </p:nvSpPr>
        <p:spPr>
          <a:xfrm>
            <a:off x="263046" y="254007"/>
            <a:ext cx="12237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3: Select the gmail account from which you want to tie your Shopify Account set-up</a:t>
            </a:r>
            <a:endParaRPr lang="en-SG" sz="36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35C64-DE06-7A4C-E4DD-0835472D9E67}"/>
              </a:ext>
            </a:extLst>
          </p:cNvPr>
          <p:cNvSpPr txBox="1"/>
          <p:nvPr/>
        </p:nvSpPr>
        <p:spPr>
          <a:xfrm>
            <a:off x="9619989" y="2411301"/>
            <a:ext cx="24175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Note: </a:t>
            </a:r>
            <a:r>
              <a:rPr lang="en-SG" sz="2800" dirty="0"/>
              <a:t>The gmail account is this step is only an example.  </a:t>
            </a:r>
          </a:p>
        </p:txBody>
      </p:sp>
    </p:spTree>
    <p:extLst>
      <p:ext uri="{BB962C8B-B14F-4D97-AF65-F5344CB8AC3E}">
        <p14:creationId xmlns:p14="http://schemas.microsoft.com/office/powerpoint/2010/main" val="348192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27FE-EC89-C56A-F651-88A92791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B9A929-80FE-37F4-6569-B6D04E790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0" y="812073"/>
            <a:ext cx="9355003" cy="569713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804F141-41DB-301A-F0A3-D8323433037E}"/>
              </a:ext>
            </a:extLst>
          </p:cNvPr>
          <p:cNvGrpSpPr/>
          <p:nvPr/>
        </p:nvGrpSpPr>
        <p:grpSpPr>
          <a:xfrm>
            <a:off x="6834278" y="5518614"/>
            <a:ext cx="2144837" cy="925770"/>
            <a:chOff x="7084798" y="5784329"/>
            <a:chExt cx="2144837" cy="9257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D183884-923D-1C02-C04C-F0E925D0EC6B}"/>
                </a:ext>
              </a:extLst>
            </p:cNvPr>
            <p:cNvSpPr txBox="1"/>
            <p:nvPr/>
          </p:nvSpPr>
          <p:spPr>
            <a:xfrm>
              <a:off x="8178134" y="5784329"/>
              <a:ext cx="1051501" cy="8853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SG" dirty="0"/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3DC597E-F8BC-72DD-C57F-F9B6D67EAAA5}"/>
                </a:ext>
              </a:extLst>
            </p:cNvPr>
            <p:cNvSpPr/>
            <p:nvPr/>
          </p:nvSpPr>
          <p:spPr>
            <a:xfrm rot="20416552">
              <a:off x="7084798" y="6258221"/>
              <a:ext cx="955027" cy="45187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4197F8-D109-C8FC-A5DE-80FF6B1895DF}"/>
              </a:ext>
            </a:extLst>
          </p:cNvPr>
          <p:cNvSpPr txBox="1"/>
          <p:nvPr/>
        </p:nvSpPr>
        <p:spPr>
          <a:xfrm>
            <a:off x="189830" y="0"/>
            <a:ext cx="11498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4: Click “Skip”</a:t>
            </a:r>
            <a:endParaRPr lang="en-SG" sz="36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F6791-CDCF-7AA3-F604-742A1CAA8C6F}"/>
              </a:ext>
            </a:extLst>
          </p:cNvPr>
          <p:cNvSpPr txBox="1"/>
          <p:nvPr/>
        </p:nvSpPr>
        <p:spPr>
          <a:xfrm>
            <a:off x="9774477" y="812073"/>
            <a:ext cx="24175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olidFill>
                  <a:srgbClr val="FF0000"/>
                </a:solidFill>
              </a:rPr>
              <a:t>Note: </a:t>
            </a:r>
            <a:r>
              <a:rPr lang="en-SG" sz="2400" dirty="0"/>
              <a:t>The trial period of a Shopify account is only 3 days. So, if more than 3 days, you need to pay $1/month for the next 3 months. If not cancelled after 3 months, the subsequent months will be charged with $39</a:t>
            </a:r>
          </a:p>
        </p:txBody>
      </p:sp>
    </p:spTree>
    <p:extLst>
      <p:ext uri="{BB962C8B-B14F-4D97-AF65-F5344CB8AC3E}">
        <p14:creationId xmlns:p14="http://schemas.microsoft.com/office/powerpoint/2010/main" val="1969084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6CF9-8A82-6925-C1DC-D385187F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07564C-E2D2-41F1-BA1C-9BF23FB6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488"/>
            <a:ext cx="12192000" cy="5179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B37193-7895-64CF-6623-3EE1404C0D7D}"/>
              </a:ext>
            </a:extLst>
          </p:cNvPr>
          <p:cNvSpPr txBox="1"/>
          <p:nvPr/>
        </p:nvSpPr>
        <p:spPr>
          <a:xfrm>
            <a:off x="89622" y="0"/>
            <a:ext cx="12102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5: Select all, so that all these features will be included in your Shopify Dashboard features. Click “Next” for the next step </a:t>
            </a:r>
            <a:endParaRPr lang="en-SG" sz="3600" b="1" dirty="0">
              <a:solidFill>
                <a:srgbClr val="FF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C2B292-B1A9-17D7-BA42-2E878DA7D231}"/>
              </a:ext>
            </a:extLst>
          </p:cNvPr>
          <p:cNvGrpSpPr/>
          <p:nvPr/>
        </p:nvGrpSpPr>
        <p:grpSpPr>
          <a:xfrm>
            <a:off x="7084798" y="5293146"/>
            <a:ext cx="2144837" cy="925770"/>
            <a:chOff x="7084798" y="5784329"/>
            <a:chExt cx="2144837" cy="9257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4E437A-C14D-C309-29F4-1F64AD82FD09}"/>
                </a:ext>
              </a:extLst>
            </p:cNvPr>
            <p:cNvSpPr txBox="1"/>
            <p:nvPr/>
          </p:nvSpPr>
          <p:spPr>
            <a:xfrm>
              <a:off x="8178134" y="5784329"/>
              <a:ext cx="1051501" cy="8853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SG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4381B21-322B-DA99-B05A-D6F2C4BCD1F0}"/>
                </a:ext>
              </a:extLst>
            </p:cNvPr>
            <p:cNvSpPr/>
            <p:nvPr/>
          </p:nvSpPr>
          <p:spPr>
            <a:xfrm rot="20416552">
              <a:off x="7084798" y="6258221"/>
              <a:ext cx="955027" cy="45187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265816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8F74-6F51-422C-2A94-75C89BAE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9E5FB0-DBCF-B608-8C57-12A33284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514"/>
            <a:ext cx="12192000" cy="35508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D17F73D-922C-71DA-A882-41D863D8B7B0}"/>
              </a:ext>
            </a:extLst>
          </p:cNvPr>
          <p:cNvGrpSpPr/>
          <p:nvPr/>
        </p:nvGrpSpPr>
        <p:grpSpPr>
          <a:xfrm>
            <a:off x="6884381" y="3165954"/>
            <a:ext cx="2144837" cy="925770"/>
            <a:chOff x="7084798" y="5784329"/>
            <a:chExt cx="2144837" cy="92577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2B06D45-9EFF-92BA-6464-5CC4B7309ABC}"/>
                </a:ext>
              </a:extLst>
            </p:cNvPr>
            <p:cNvSpPr txBox="1"/>
            <p:nvPr/>
          </p:nvSpPr>
          <p:spPr>
            <a:xfrm>
              <a:off x="8178134" y="5784329"/>
              <a:ext cx="1051501" cy="8853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SG" dirty="0"/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B6C45318-3745-179A-2CD0-CB9AF551B1EC}"/>
                </a:ext>
              </a:extLst>
            </p:cNvPr>
            <p:cNvSpPr/>
            <p:nvPr/>
          </p:nvSpPr>
          <p:spPr>
            <a:xfrm rot="20416552">
              <a:off x="7084798" y="6258221"/>
              <a:ext cx="955027" cy="45187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4AE782-703D-D87A-E78D-CB295C799E88}"/>
              </a:ext>
            </a:extLst>
          </p:cNvPr>
          <p:cNvSpPr txBox="1"/>
          <p:nvPr/>
        </p:nvSpPr>
        <p:spPr>
          <a:xfrm>
            <a:off x="89622" y="0"/>
            <a:ext cx="12102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6: Select “New business or idea”. Click “Next” for the next step</a:t>
            </a:r>
            <a:endParaRPr lang="en-SG" sz="36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0828D-B084-9E6B-7182-1D51FE10691C}"/>
              </a:ext>
            </a:extLst>
          </p:cNvPr>
          <p:cNvSpPr txBox="1"/>
          <p:nvPr/>
        </p:nvSpPr>
        <p:spPr>
          <a:xfrm>
            <a:off x="438411" y="5131579"/>
            <a:ext cx="112859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Note: </a:t>
            </a:r>
            <a:r>
              <a:rPr lang="en-SG" sz="2800" dirty="0"/>
              <a:t>Since, this is the first to set-up the Shopify account then it is advised to use the “New business or idea” unless otherwise the </a:t>
            </a:r>
          </a:p>
          <a:p>
            <a:r>
              <a:rPr lang="en-SG" sz="2800" dirty="0"/>
              <a:t>E-commerce website is for an existing/real business.</a:t>
            </a:r>
          </a:p>
        </p:txBody>
      </p:sp>
    </p:spTree>
    <p:extLst>
      <p:ext uri="{BB962C8B-B14F-4D97-AF65-F5344CB8AC3E}">
        <p14:creationId xmlns:p14="http://schemas.microsoft.com/office/powerpoint/2010/main" val="42645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3684-166C-95FC-36EC-3CB2A11B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AA6DB1-3F55-DF67-F307-5439E52BB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14" y="1921276"/>
            <a:ext cx="12206614" cy="3982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96AE13-1FA2-1789-E414-FD7B2F39ECE6}"/>
              </a:ext>
            </a:extLst>
          </p:cNvPr>
          <p:cNvSpPr txBox="1"/>
          <p:nvPr/>
        </p:nvSpPr>
        <p:spPr>
          <a:xfrm>
            <a:off x="89622" y="0"/>
            <a:ext cx="12102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7: Select “All” as of now, for the set features to be loaded in the Shopify Dashboard. Click “Next” for the next step</a:t>
            </a:r>
            <a:endParaRPr lang="en-SG" sz="36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9406F-B147-9CB6-CC3F-25F52E3C8E2F}"/>
              </a:ext>
            </a:extLst>
          </p:cNvPr>
          <p:cNvSpPr txBox="1"/>
          <p:nvPr/>
        </p:nvSpPr>
        <p:spPr>
          <a:xfrm>
            <a:off x="0" y="5903893"/>
            <a:ext cx="11285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FF0000"/>
                </a:solidFill>
              </a:rPr>
              <a:t>Note: </a:t>
            </a:r>
            <a:r>
              <a:rPr lang="en-SG" sz="2800" dirty="0"/>
              <a:t>This can be custom, depending on what type of products the          E-commerce website will sell.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494569-5920-4722-8ED3-07FF11C57FFF}"/>
              </a:ext>
            </a:extLst>
          </p:cNvPr>
          <p:cNvGrpSpPr/>
          <p:nvPr/>
        </p:nvGrpSpPr>
        <p:grpSpPr>
          <a:xfrm>
            <a:off x="6896907" y="4518765"/>
            <a:ext cx="2184463" cy="479120"/>
            <a:chOff x="7084798" y="5784329"/>
            <a:chExt cx="2144837" cy="92577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B78979-B169-08D7-67BF-8D01659B24FA}"/>
                </a:ext>
              </a:extLst>
            </p:cNvPr>
            <p:cNvSpPr txBox="1"/>
            <p:nvPr/>
          </p:nvSpPr>
          <p:spPr>
            <a:xfrm>
              <a:off x="8178134" y="5784329"/>
              <a:ext cx="1051501" cy="88531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SG" dirty="0"/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1EF67FEC-B9C2-AC09-3114-5F47503C57E7}"/>
                </a:ext>
              </a:extLst>
            </p:cNvPr>
            <p:cNvSpPr/>
            <p:nvPr/>
          </p:nvSpPr>
          <p:spPr>
            <a:xfrm rot="20416552">
              <a:off x="7084798" y="6258221"/>
              <a:ext cx="955027" cy="451878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1882562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3900-1805-AEB3-6A00-3B400F27F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158728-44D8-77DF-7713-EF6C288CA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584"/>
            <a:ext cx="12192000" cy="5303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550F9-FBC7-E3A7-F590-23566FEB78D0}"/>
              </a:ext>
            </a:extLst>
          </p:cNvPr>
          <p:cNvSpPr txBox="1"/>
          <p:nvPr/>
        </p:nvSpPr>
        <p:spPr>
          <a:xfrm>
            <a:off x="89622" y="112735"/>
            <a:ext cx="12102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Step 8: Name the Store accordingly. Click “Finish” to complete the set up of the Shopify store.</a:t>
            </a:r>
            <a:endParaRPr lang="en-SG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57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C3F5A-17EA-AFD0-325C-A3B9EF66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C85E82-E554-E7D3-1476-71D17DD45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655"/>
            <a:ext cx="12192000" cy="55803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9CD02D-C5B1-463C-7187-E2DC9B4C4694}"/>
              </a:ext>
            </a:extLst>
          </p:cNvPr>
          <p:cNvSpPr txBox="1"/>
          <p:nvPr/>
        </p:nvSpPr>
        <p:spPr>
          <a:xfrm>
            <a:off x="44811" y="14696"/>
            <a:ext cx="12102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dirty="0">
                <a:solidFill>
                  <a:srgbClr val="FF0000"/>
                </a:solidFill>
              </a:rPr>
              <a:t>This will be the Shopify Dashboard after following Steps 1 to Step 8. </a:t>
            </a:r>
          </a:p>
        </p:txBody>
      </p:sp>
    </p:spTree>
    <p:extLst>
      <p:ext uri="{BB962C8B-B14F-4D97-AF65-F5344CB8AC3E}">
        <p14:creationId xmlns:p14="http://schemas.microsoft.com/office/powerpoint/2010/main" val="1208225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</TotalTime>
  <Words>277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16</cp:revision>
  <dcterms:created xsi:type="dcterms:W3CDTF">2025-12-02T09:53:30Z</dcterms:created>
  <dcterms:modified xsi:type="dcterms:W3CDTF">2025-12-03T09:30:34Z</dcterms:modified>
</cp:coreProperties>
</file>