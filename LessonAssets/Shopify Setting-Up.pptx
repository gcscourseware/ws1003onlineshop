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7017-E03A-F902-AF29-7F5A73CFC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1CD15-903B-2BB5-8BFF-7DE56766A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A6303-33FE-3543-1253-3950F849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26B43-B227-6F6D-E9FB-138A2FDA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936A4-00C3-8E8F-8A67-4EFDE19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141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9130-F142-0F65-3F06-6EE9AB81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1A26-3E32-0E87-8F3D-747F8296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73D9-4206-8A2A-B8F1-D178571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5F425-6A27-A162-C7CB-9838AC04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B614E-2F2C-6748-92E9-5BED156C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615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FBEE-A95D-07C2-C81C-90BE3B4B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55243-8F21-9B93-64FC-75D364E98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AC0FD-516D-3573-71BF-E36F62A7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4AC2-4B78-5957-31BE-9A342044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77211-1D46-122E-4C3E-97FD3493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766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C253-09DB-A039-21D0-4744DD58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33D3-01BB-BDAD-1EBA-CC792D527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2D727-2571-1348-8E1B-9E569A01B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1461D-29D8-F273-1C3B-CC8C53E9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2347-E785-8C7F-3DA3-85EE1053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719A3-A651-C407-0862-6519457A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51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0322-AFC7-AD11-9AFB-63D40C31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A0C03-B166-07EC-886F-C84B5FFE8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7A1C4-100A-0D1C-F599-1542A52CD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99133-392D-AE8C-7480-433CC1D73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3A559F-0FA9-6A9E-C9E1-C871F58E1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EE773-EB54-A926-3FFA-92436E1B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6CD6C-2652-C56A-1CB3-F6ACEC9F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6DF26-80B1-85FE-1971-5EF5588D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189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211C-EF2E-E1B5-D102-2056902F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76A1B-5BBE-C041-F973-9EEE1C4D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FF290-6516-5561-3E9F-69FF42A2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A7D03-6C76-5270-FA03-ACEF71CC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173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AF89E-9E6E-3E92-0DC5-C8C52662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5BD5F-6F05-2C06-54EC-36A9E2E6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5893B-646B-5FE4-1E0E-E74B68D3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454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4798-F9C8-A900-A05A-12A77B52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5D581-2AAE-C45A-E0AD-D1409CB54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B8358-86BC-AFA0-3051-FEE904F0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5B53D-4B9B-D562-2072-477B4BF7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539C6-7E4E-5E7D-4EFA-FCC25509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2E5D8-ECA9-AE7F-6E7E-4A005183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763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EFDA-2AFF-E707-33F9-A1942F62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82673-CD38-578C-04FB-4C6E43FD3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4CBF6-D9F5-964B-070A-88FC19238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5F310-64F1-1081-DF45-9371F088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BF8F9-087A-752E-48E3-A05B017B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0C7E3-C11D-DEB1-7D62-71037EAF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333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7140-76E8-4121-7AB6-D88E7475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78808-54B4-0DEC-F2F1-F0E8AF8C0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8778-34AB-5B3C-FCF3-4B543555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BE34-6AE9-2716-29B6-6BE3AC35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930E-F77D-91E1-7E88-4A7E3A2B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6753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4C68F-9350-28B9-F858-868C504A0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08505-4209-E94C-0DA3-DB8B1569A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5A66-5A1C-F763-049F-83C75910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84D5A-DF64-90E0-A528-A9ADB312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B2C24-DB68-420B-953F-FC9FAB9B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62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9E86E-DDC4-F522-FC95-859E6497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388FB-D757-139F-2F98-3E5465393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213B2-43F3-70FB-33FE-283FD12E2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E93A-F8C2-BC40-5B68-426BF9E28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9CFB-873B-0668-AD3E-8DFC5655D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864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C8E3A2-B4C2-3530-EFB7-140C6BDCA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6099"/>
            <a:ext cx="12192000" cy="122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0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507A6-D7AB-27A6-7B64-5EF1D0A7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238F2F4F-665C-1EBA-A6FF-8E9BB7E2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194"/>
            <a:ext cx="12192000" cy="533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9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CA63-4BA7-606D-ADC9-4C212D22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771121-AF0F-614C-0F41-460A9606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740"/>
            <a:ext cx="12192000" cy="617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2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27FE-EC89-C56A-F651-88A92791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B9A929-80FE-37F4-6569-B6D04E790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01" y="0"/>
            <a:ext cx="11261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8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641D-A2C3-7908-AAD3-B748D386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C43E30-8BFE-CF48-19D4-461D4FD2E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572"/>
            <a:ext cx="12192000" cy="541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4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6CF9-8A82-6925-C1DC-D385187F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07564C-E2D2-41F1-BA1C-9BF23FB6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620"/>
            <a:ext cx="12192000" cy="46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81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CE4D-03C4-C017-1A92-6A5F2AB8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5F584F-AFC2-D897-AA5B-CA9D50081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663"/>
            <a:ext cx="12192000" cy="384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3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8F74-6F51-422C-2A94-75C89BAE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9E5FB0-DBCF-B608-8C57-12A33284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560"/>
            <a:ext cx="12192000" cy="355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4226-8660-FE2B-7CE4-E3A10951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6E28BD-C385-3655-5B1B-85A69E6D7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275"/>
            <a:ext cx="12192000" cy="470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1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3684-166C-95FC-36EC-3CB2A11B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AA6DB1-3F55-DF67-F307-5439E52BB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8962"/>
            <a:ext cx="12192000" cy="456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62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3900-1805-AEB3-6A00-3B400F27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57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4</cp:revision>
  <dcterms:created xsi:type="dcterms:W3CDTF">2025-12-02T09:53:30Z</dcterms:created>
  <dcterms:modified xsi:type="dcterms:W3CDTF">2025-12-02T10:00:19Z</dcterms:modified>
</cp:coreProperties>
</file>